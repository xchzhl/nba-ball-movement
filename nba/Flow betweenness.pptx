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37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58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5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01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34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8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5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98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7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8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7EC76-180C-47FC-A7DC-EDBFE774EDC0}" type="datetimeFigureOut">
              <a:rPr lang="zh-CN" altLang="en-US" smtClean="0"/>
              <a:t>2017/4/30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1C731-AACB-49A8-B0F9-590A177B78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11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67164"/>
          </a:xfrm>
        </p:spPr>
        <p:txBody>
          <a:bodyPr/>
          <a:lstStyle/>
          <a:p>
            <a:r>
              <a:rPr lang="en-US" altLang="zh-CN" dirty="0"/>
              <a:t>Flow </a:t>
            </a:r>
            <a:r>
              <a:rPr lang="en-US" altLang="zh-CN" dirty="0" err="1"/>
              <a:t>betweenness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6555" y="2377245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 err="1"/>
              <a:t>VinV</a:t>
            </a:r>
            <a:r>
              <a:rPr lang="en-US" altLang="zh-CN" dirty="0"/>
              <a:t>(G)</a:t>
            </a:r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en-US" altLang="zh-CN" dirty="0"/>
          </a:p>
          <a:p>
            <a:pPr algn="l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111267"/>
            <a:ext cx="3990975" cy="685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62" y="3797067"/>
            <a:ext cx="3820058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8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Lakers Flow </a:t>
            </a:r>
            <a:r>
              <a:rPr lang="en-US" altLang="zh-CN" dirty="0" err="1"/>
              <a:t>Betweenness</a:t>
            </a:r>
            <a:endParaRPr lang="zh-CN" alt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552944" y="1825625"/>
            <a:ext cx="380085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Set SG for sample</a:t>
            </a:r>
          </a:p>
          <a:p>
            <a:r>
              <a:rPr lang="en-US" sz="2000" dirty="0"/>
              <a:t>More passes </a:t>
            </a:r>
            <a:r>
              <a:rPr lang="en-US" sz="2000" dirty="0">
                <a:sym typeface="Wingdings" panose="05000000000000000000" pitchFamily="2" charset="2"/>
              </a:rPr>
              <a:t> Game win</a:t>
            </a:r>
          </a:p>
          <a:p>
            <a:r>
              <a:rPr lang="en-US" sz="2000" dirty="0">
                <a:sym typeface="Wingdings" panose="05000000000000000000" pitchFamily="2" charset="2"/>
              </a:rPr>
              <a:t>Outliers: Game 5 &amp; Game 6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Analyses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Reasons</a:t>
            </a:r>
            <a:endParaRPr lang="en-US" sz="1200" dirty="0">
              <a:sym typeface="Wingdings" panose="05000000000000000000" pitchFamily="2" charset="2"/>
            </a:endParaRPr>
          </a:p>
          <a:p>
            <a:pPr lvl="1"/>
            <a:endParaRPr lang="en-US" sz="1600" dirty="0">
              <a:sym typeface="Wingdings" panose="05000000000000000000" pitchFamily="2" charset="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04" y="1825625"/>
            <a:ext cx="6768840" cy="383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5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Celtics </a:t>
            </a:r>
            <a:endParaRPr lang="zh-CN" alt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552944" y="1825625"/>
            <a:ext cx="3800856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Set PG for sample</a:t>
            </a:r>
          </a:p>
          <a:p>
            <a:r>
              <a:rPr lang="en-US" altLang="zh-CN" sz="2000" dirty="0"/>
              <a:t>Less passes </a:t>
            </a:r>
            <a:r>
              <a:rPr lang="en-US" altLang="zh-CN" sz="2000" dirty="0">
                <a:sym typeface="Wingdings" panose="05000000000000000000" pitchFamily="2" charset="2"/>
              </a:rPr>
              <a:t> Game win</a:t>
            </a:r>
          </a:p>
          <a:p>
            <a:r>
              <a:rPr lang="en-US" altLang="zh-CN" sz="2000" dirty="0">
                <a:sym typeface="Wingdings" panose="05000000000000000000" pitchFamily="2" charset="2"/>
              </a:rPr>
              <a:t>Outliers: Game 5 &amp; Game 6</a:t>
            </a:r>
          </a:p>
          <a:p>
            <a:pPr lvl="1"/>
            <a:r>
              <a:rPr lang="en-US" altLang="zh-CN" sz="1600" dirty="0">
                <a:sym typeface="Wingdings" panose="05000000000000000000" pitchFamily="2" charset="2"/>
              </a:rPr>
              <a:t>Analyses</a:t>
            </a:r>
          </a:p>
          <a:p>
            <a:pPr lvl="1"/>
            <a:r>
              <a:rPr lang="en-US" altLang="zh-CN" sz="1600" dirty="0">
                <a:sym typeface="Wingdings" panose="05000000000000000000" pitchFamily="2" charset="2"/>
              </a:rPr>
              <a:t>Reasons</a:t>
            </a:r>
            <a:endParaRPr lang="en-US" altLang="zh-CN" sz="1200" dirty="0">
              <a:sym typeface="Wingdings" panose="05000000000000000000" pitchFamily="2" charset="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3299"/>
            <a:ext cx="5548323" cy="323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6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we have done:</a:t>
            </a:r>
          </a:p>
          <a:p>
            <a:pPr lvl="1"/>
            <a:r>
              <a:rPr lang="en-US" altLang="zh-CN" dirty="0"/>
              <a:t>Presented a network for 2010 NBA final,</a:t>
            </a:r>
          </a:p>
          <a:p>
            <a:pPr lvl="1"/>
            <a:r>
              <a:rPr lang="en-US" altLang="zh-CN" dirty="0"/>
              <a:t>Recorded data,</a:t>
            </a:r>
          </a:p>
          <a:p>
            <a:pPr lvl="1"/>
            <a:r>
              <a:rPr lang="en-US" altLang="zh-CN" dirty="0"/>
              <a:t>Analyzed team strategies and individual plays by degree centrality, path length etc.,</a:t>
            </a:r>
          </a:p>
          <a:p>
            <a:pPr lvl="1"/>
            <a:r>
              <a:rPr lang="en-US" altLang="zh-CN" dirty="0" err="1"/>
              <a:t>Behaived</a:t>
            </a:r>
            <a:r>
              <a:rPr lang="en-US" altLang="zh-CN" dirty="0"/>
              <a:t> as our expectation in general. </a:t>
            </a:r>
          </a:p>
          <a:p>
            <a:r>
              <a:rPr lang="en-US" altLang="zh-CN" dirty="0"/>
              <a:t>More discussion:</a:t>
            </a:r>
          </a:p>
          <a:p>
            <a:pPr lvl="1"/>
            <a:r>
              <a:rPr lang="en-US" altLang="zh-CN" dirty="0"/>
              <a:t>It gives a basic view.</a:t>
            </a:r>
          </a:p>
          <a:p>
            <a:pPr lvl="1"/>
            <a:r>
              <a:rPr lang="en-US" altLang="zh-CN" dirty="0"/>
              <a:t>The real game is much more complex.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997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99</Words>
  <Application>Microsoft Office PowerPoint</Application>
  <PresentationFormat>宽屏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Wingdings</vt:lpstr>
      <vt:lpstr>Office 主题​​</vt:lpstr>
      <vt:lpstr>Flow betweenness</vt:lpstr>
      <vt:lpstr>Lakers Flow Betweenness</vt:lpstr>
      <vt:lpstr>Celtics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chang.xu@email.wsu.edu</dc:creator>
  <cp:lastModifiedBy>chang.xu@email.wsu.edu</cp:lastModifiedBy>
  <cp:revision>5</cp:revision>
  <dcterms:created xsi:type="dcterms:W3CDTF">2017-04-28T19:03:31Z</dcterms:created>
  <dcterms:modified xsi:type="dcterms:W3CDTF">2017-05-01T01:51:43Z</dcterms:modified>
</cp:coreProperties>
</file>